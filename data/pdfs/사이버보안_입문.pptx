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사이버보안 입문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기업 보안의 기초 개념과 주요 위협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사이버 위협 유형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피싱(Phishing): 이메일이나 웹사이트를 통해 개인정보를 탈취하는 공격. 전체 사이버 공격의 약 36%를 차지하며, 기업 보안 사고의 가장 흔한 원인입니다.</a:t>
            </a:r>
          </a:p>
          <a:p/>
          <a:p>
            <a:r>
              <a:t>랜섬웨어(Ransomware): 시스템을 암호화하고 복호화 대가를 요구하는 악성코드. 2024년 기준 평균 피해 금액은 약 5억원이며, 복구에 평균 23일이 소요됩니다.</a:t>
            </a:r>
          </a:p>
          <a:p/>
          <a:p>
            <a:r>
              <a:t>DDoS 공격: 대량의 트래픽으로 서버를 마비시키는 공격. 초당 수백 Gbps의 트래픽을 발생시켜 서비스를 중단시킵니다.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기업 보안 방어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제로 트러스트(Zero Trust): 네트워크 내부/외부를 구분하지 않고 모든 접근을 검증합니다. '절대 신뢰하지 말고, 항상 검증하라'가 핵심 원칙입니다.</a:t>
            </a:r>
          </a:p>
          <a:p/>
          <a:p>
            <a:r>
              <a:t>MFA(다중 인증): 비밀번호 외에 OTP, 생체인증 등 추가 인증을 요구합니다. MFA 적용 시 계정 탈취 위험이 99.9% 감소합니다.</a:t>
            </a:r>
          </a:p>
          <a:p/>
          <a:p>
            <a:r>
              <a:t>보안 교육: 직원 대상 정기 보안 교육은 피싱 피해를 약 70% 줄일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