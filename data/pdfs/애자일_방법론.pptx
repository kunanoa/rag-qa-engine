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애자일 소프트웨어 개발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스크럼과 칸반 방법론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스크럼(Scrum) 프레임워크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스크럼은 2~4주 단위의 스프린트(Sprint)로 개발을 진행합니다. 팀 구성: 프로덕트 오너(PO), 스크럼 마스터(SM), 개발팀(3~9명).</a:t>
            </a:r>
          </a:p>
          <a:p/>
          <a:p>
            <a:r>
              <a:t>핵심 이벤트: 스프린트 계획, 데일리 스크럼(15분 스탠드업 미팅), 스프린트 리뷰, 스프린트 회고.</a:t>
            </a:r>
          </a:p>
          <a:p/>
          <a:p>
            <a:r>
              <a:t>산출물: 프로덕트 백로그, 스프린트 백로그, 인크리먼트(완성된 기능).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칸반(Kanban) vs 스크럼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칸반은 스프린트 없이 연속적인 흐름으로 작업을 진행합니다. WIP(Work In Progress) 제한을 두어 동시 진행 작업 수를 제한합니다.</a:t>
            </a:r>
          </a:p>
          <a:p/>
          <a:p>
            <a:r>
              <a:t>스크럼은 고정 주기(스프린트)로 계획하고, 칸반은 지속적 전달을 추구합니다. 스크럼은 역할이 명확하고, 칸반은 기존 조직 구조를 유지합니다.</a:t>
            </a:r>
          </a:p>
          <a:p/>
          <a:p>
            <a:r>
              <a:t>추천: 요구사항이 자주 바뀌면 칸반, 명확한 릴리즈 주기가 필요하면 스크럼.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